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45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PTIT-Learning: Lớp học ảo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thiệu tính năng và lộ trình học tập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Lớp học ảo giúp sinh viên học mọi lúc, mọi nơi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PTIT-Learning  |  Startup EdTech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8288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trực tiếp qua video và chat với giảng viên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1089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danh tự động, cập nhật điểm chuyên cần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891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4389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và bài tập chia sẻ ngay trong lớp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học tập: đủ chuyên cần để nhận chứng nhận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PTIT-Learning  |  Startup EdTech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286000" cy="914400"/>
          </a:xfrm>
          <a:prstGeom prst="rect">
            <a:avLst/>
          </a:prstGeom>
          <a:solidFill>
            <a:srgbClr val="1B3A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286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tài khoản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0" y="1645920"/>
            <a:ext cx="2286000" cy="914400"/>
          </a:xfrm>
          <a:prstGeom prst="rect">
            <a:avLst/>
          </a:prstGeom>
          <a:solidFill>
            <a:srgbClr val="1B3A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645920"/>
            <a:ext cx="2286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khóa học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2286000" cy="914400"/>
          </a:xfrm>
          <a:prstGeom prst="rect">
            <a:avLst/>
          </a:prstGeom>
          <a:solidFill>
            <a:srgbClr val="1B3A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645920"/>
            <a:ext cx="2286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Tham gia lớp học ảo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326880" y="1645920"/>
            <a:ext cx="2286000" cy="914400"/>
          </a:xfrm>
          <a:prstGeom prst="rect">
            <a:avLst/>
          </a:prstGeom>
          <a:solidFill>
            <a:srgbClr val="1B3A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0" y="1645920"/>
            <a:ext cx="2286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danh và làm bài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34640" y="2103120"/>
            <a:ext cx="6400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60720" y="2103120"/>
            <a:ext cx="6400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86800" y="2103120"/>
            <a:ext cx="6400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469880" y="2560320"/>
            <a:ext cx="0" cy="82296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0" y="3383280"/>
            <a:ext cx="2651760" cy="1463040"/>
          </a:xfrm>
          <a:prstGeom prst="diamond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0" y="33832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Chuyên cần ≥ 7?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flipH="1">
            <a:off x="8046720" y="4114800"/>
            <a:ext cx="1097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8138160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760720" y="3657600"/>
            <a:ext cx="2286000" cy="914400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chứng nhận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469880" y="4846320"/>
            <a:ext cx="0" cy="36576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10607040" y="4846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326880" y="5212080"/>
            <a:ext cx="2286000" cy="731520"/>
          </a:xfrm>
          <a:prstGeom prst="rect">
            <a:avLst/>
          </a:prstGeom>
          <a:solidFill>
            <a:srgbClr val="1B3A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0" y="5212080"/>
            <a:ext cx="22860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bù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Widescreen</PresentationFormat>
  <Paragraphs>24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PTIT-Learning - Lớp học ảo</dc:title>
  <dc:subject>PptxGenJS Presentation</dc:subject>
  <dc:creator>PptxGenJS</dc:creator>
  <cp:lastModifiedBy>buihoangminh1307@gmail.com</cp:lastModifiedBy>
  <cp:revision>1</cp:revision>
  <dcterms:created xsi:type="dcterms:W3CDTF">2026-10-26T08:48:06Z</dcterms:created>
  <dcterms:modified xsi:type="dcterms:W3CDTF">2026-10-26T08:53:09Z</dcterms:modified>
</cp:coreProperties>
</file>